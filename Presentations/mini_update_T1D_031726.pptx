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9"/>
    <p:restoredTop sz="94658"/>
  </p:normalViewPr>
  <p:slideViewPr>
    <p:cSldViewPr snapToGrid="0">
      <p:cViewPr varScale="1">
        <p:scale>
          <a:sx n="120" d="100"/>
          <a:sy n="120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90D9-585B-EB79-4525-11D34C1A9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CF53B-EB6B-6643-41D6-A6506A1B9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AB539-0FB9-FDD4-A452-EC26B066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42B4A-28E6-B931-8F19-6410D6FB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C967C-F10F-00FF-0B30-077F386F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5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C023-E5B5-0EE3-B25D-D92F40A3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E98C-2C28-7809-06E6-8DF438F06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F875B-21A9-16F4-4ADF-5EABF6DC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7B4B5-B8FD-A90C-7065-052147DD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6A0A4-4AC9-52AF-1AF6-FB599DB0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F84E-EE48-12E0-25EC-329A4FBF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EA679-EABB-A76D-BF84-C51EDEC52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E9DBA-D1E0-2D6C-5338-4B214D6B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8165-EEC0-DABB-6BF5-D2C1CD3F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96B2-3223-2327-E831-EB56F9F7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7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673F-5175-B618-AE81-0BEAD9B3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90A01-0B14-921B-FECD-4E7B2BB9A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62F62-3860-A870-6353-A500E9F6D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20406-5F0C-2045-2996-9CEFDD6F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3B42F-8CCC-900E-3E60-CA3C06BA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21820-F20D-B6EA-E193-BC27CE2D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9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62B78-B03C-647F-4BE4-AABBCC29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F130D-C71E-CD6E-5C4F-EFBE65065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D060D-419F-1C31-C444-2E30FCA02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374DB-3988-3640-F158-1953132BC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4479C3-FF7C-5FAD-3A12-7FA577F75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15ED8-9114-7F18-5237-4FB61CB8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345B1-E494-1813-78ED-C62E28D6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756BB-F9E5-AB40-3DDC-CAAB2C1D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6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34A8-3081-E315-428B-1AC94290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629E7-1169-4AFE-DBCD-73A67EA6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E22C9-CB67-F5BD-FD6E-DD0F66B7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D9161-C7A7-58FF-A6E8-981613FB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4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CD999-123C-3793-0FD7-DA08790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9DA41-8A5F-23E7-0CCB-F333D607E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9217A-805E-9DA6-1592-31CCD1D0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2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1538-174B-BDEC-34B4-9F8E1CDC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08A48-58C9-7501-E683-BFA0B94F0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F0D51-2200-64A0-4A54-BE5877245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D6E8C-BF7A-DD5F-4237-6FFF4BCB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5EC7-2573-A407-F518-CFBC0A35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395A0-FE27-3A63-A106-8684B1B9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7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EA88-57F6-9C16-5A91-E7DE47B7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1CF51-490B-2E47-2E84-E98DA4DC8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8FF7C-E354-0542-1AC0-8F8D2AA9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0EFE0-307C-D7A4-7FD1-57E83C4F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8442D-2C4A-9755-20C5-D13C9BFE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12A89-364E-FE51-6EBF-1AC55050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2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E32C-29CA-A633-9FAE-8748DB83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9B08E-AE4B-03C5-674D-98A33B4FC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F6695-2D55-D082-58CC-DB1826A4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4592-3192-61DA-53B9-B2B1AE9F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DFBC2-8078-885F-CBA0-A7BAC822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3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4171E-47F3-C1DF-346E-88EC186C0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2B564-F7F3-3EE8-561A-533C02774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53F54-87FC-F6BA-186A-51CB03B5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766A8-8874-F475-4DB3-583F13C0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20ADB-8453-48BF-9A58-50C39050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0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ECD740-A7A7-AE3E-8F7D-5553D8C6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15DC9-AFD1-9EF4-D823-771227BF4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1EE31-2B74-7CA4-97E7-4D2728624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62437-7812-F448-9BB6-498927F6635E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1EAD4-05B6-FFAB-72C5-47C69D413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D939-4162-306A-23E2-D2EAC2764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ED33C-AC58-4947-9AE0-533DB4F4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5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B69D-C67D-1AFB-D3F2-308E6B60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tunning for FP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F07A-1D42-324A-4257-E68A2F96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Goal: </a:t>
            </a:r>
            <a:r>
              <a:rPr lang="en-US" dirty="0"/>
              <a:t>To minimize FPs (avoid FNs if possible)</a:t>
            </a:r>
          </a:p>
          <a:p>
            <a:r>
              <a:rPr lang="en-US" dirty="0"/>
              <a:t>NS1, NS6, S2, and S5 inoculum and mice (all weeks) were used as data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591E8-1930-6D38-D9F1-AC792FC34F9D}"/>
              </a:ext>
            </a:extLst>
          </p:cNvPr>
          <p:cNvSpPr txBox="1"/>
          <p:nvPr/>
        </p:nvSpPr>
        <p:spPr>
          <a:xfrm>
            <a:off x="838200" y="3429000"/>
            <a:ext cx="6611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ASV sum: </a:t>
            </a:r>
            <a:r>
              <a:rPr lang="en-US" dirty="0"/>
              <a:t>0, 100, 150, 200, 250, 300, 350, 400, 450, 500, 550, 600</a:t>
            </a:r>
          </a:p>
          <a:p>
            <a:r>
              <a:rPr lang="en-US" b="1" dirty="0"/>
              <a:t>ASV length: </a:t>
            </a:r>
            <a:r>
              <a:rPr lang="en-US" dirty="0"/>
              <a:t>0, 200, 250, 300, 350, 400</a:t>
            </a:r>
          </a:p>
          <a:p>
            <a:r>
              <a:rPr lang="en-US" b="1" dirty="0"/>
              <a:t>ASV prevalence: </a:t>
            </a:r>
            <a:r>
              <a:rPr lang="en-US" dirty="0"/>
              <a:t>0, 0.001, 0.005, 0.01, 0.05, 0.10, 0.15, 0.20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B3DF7A-E775-4CA0-2F69-96E2B3186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21539"/>
              </p:ext>
            </p:extLst>
          </p:nvPr>
        </p:nvGraphicFramePr>
        <p:xfrm>
          <a:off x="2031999" y="4457700"/>
          <a:ext cx="67733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137">
                  <a:extLst>
                    <a:ext uri="{9D8B030D-6E8A-4147-A177-3AD203B41FA5}">
                      <a16:colId xmlns:a16="http://schemas.microsoft.com/office/drawing/2014/main" val="1268467602"/>
                    </a:ext>
                  </a:extLst>
                </a:gridCol>
                <a:gridCol w="1206197">
                  <a:extLst>
                    <a:ext uri="{9D8B030D-6E8A-4147-A177-3AD203B41FA5}">
                      <a16:colId xmlns:a16="http://schemas.microsoft.com/office/drawing/2014/main" val="36649872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871499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73251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7694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Consortium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ASV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ASV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ASV </a:t>
                      </a:r>
                      <a:r>
                        <a:rPr lang="en-US" dirty="0" err="1"/>
                        <a:t>prev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5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0.10% - 1%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69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– 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15%-20%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9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75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300-600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94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69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82F3-FADE-02DB-5DCF-B14821C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Revising ancestral reconstruction (castor)</a:t>
            </a:r>
          </a:p>
        </p:txBody>
      </p:sp>
      <p:pic>
        <p:nvPicPr>
          <p:cNvPr id="5" name="Content Placeholder 4" descr="A close up of a document&#10;&#10;AI-generated content may be incorrect.">
            <a:extLst>
              <a:ext uri="{FF2B5EF4-FFF2-40B4-BE49-F238E27FC236}">
                <a16:creationId xmlns:a16="http://schemas.microsoft.com/office/drawing/2014/main" id="{281C38AF-8C1A-4903-B76A-75B812CDC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7912395" cy="4554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1CDDC0-E9EB-B322-B804-F1131B8F3591}"/>
              </a:ext>
            </a:extLst>
          </p:cNvPr>
          <p:cNvSpPr txBox="1"/>
          <p:nvPr/>
        </p:nvSpPr>
        <p:spPr>
          <a:xfrm>
            <a:off x="9399181" y="1818167"/>
            <a:ext cx="2521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Closest taxon is </a:t>
            </a:r>
            <a:r>
              <a:rPr lang="en-US" dirty="0" err="1"/>
              <a:t>Sw</a:t>
            </a:r>
            <a:r>
              <a:rPr lang="en-US" dirty="0"/>
              <a:t> 060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closest is Ef 051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71CA6-1C8C-6906-3EBF-B037C545B6CA}"/>
              </a:ext>
            </a:extLst>
          </p:cNvPr>
          <p:cNvSpPr/>
          <p:nvPr/>
        </p:nvSpPr>
        <p:spPr>
          <a:xfrm rot="1565541">
            <a:off x="5033380" y="3309607"/>
            <a:ext cx="3827721" cy="38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CF23CF-69C6-2307-5A48-55F21CD682D9}"/>
              </a:ext>
            </a:extLst>
          </p:cNvPr>
          <p:cNvCxnSpPr/>
          <p:nvPr/>
        </p:nvCxnSpPr>
        <p:spPr>
          <a:xfrm flipH="1" flipV="1">
            <a:off x="5837274" y="4423144"/>
            <a:ext cx="797442" cy="48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9DF8DC-9751-79FC-F1C1-250B307F224D}"/>
              </a:ext>
            </a:extLst>
          </p:cNvPr>
          <p:cNvCxnSpPr/>
          <p:nvPr/>
        </p:nvCxnSpPr>
        <p:spPr>
          <a:xfrm flipH="1" flipV="1">
            <a:off x="5644115" y="5397825"/>
            <a:ext cx="797442" cy="48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FDB433-89D0-5036-1B54-173B1AEC1EC2}"/>
              </a:ext>
            </a:extLst>
          </p:cNvPr>
          <p:cNvCxnSpPr/>
          <p:nvPr/>
        </p:nvCxnSpPr>
        <p:spPr>
          <a:xfrm flipH="1" flipV="1">
            <a:off x="8855172" y="5599557"/>
            <a:ext cx="797442" cy="48909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F98282-7640-0CB5-7838-FC2FF8BF1EA5}"/>
              </a:ext>
            </a:extLst>
          </p:cNvPr>
          <p:cNvCxnSpPr/>
          <p:nvPr/>
        </p:nvCxnSpPr>
        <p:spPr>
          <a:xfrm flipH="1" flipV="1">
            <a:off x="8855172" y="4912242"/>
            <a:ext cx="797442" cy="48909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3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9DA8-7F77-2BB3-175D-19849B3C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profile for </a:t>
            </a:r>
            <a:r>
              <a:rPr lang="en-US" dirty="0" err="1"/>
              <a:t>Sw</a:t>
            </a:r>
            <a:r>
              <a:rPr lang="en-US" dirty="0"/>
              <a:t> ASV does not fully match </a:t>
            </a:r>
            <a:r>
              <a:rPr lang="en-US" dirty="0" err="1"/>
              <a:t>Sw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A1E31-01F4-37A1-E982-CF1C36115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72237"/>
            <a:ext cx="7248531" cy="4713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34FC30-19CD-3398-3C24-3323A44B59E6}"/>
              </a:ext>
            </a:extLst>
          </p:cNvPr>
          <p:cNvSpPr txBox="1"/>
          <p:nvPr/>
        </p:nvSpPr>
        <p:spPr>
          <a:xfrm>
            <a:off x="3209427" y="1779769"/>
            <a:ext cx="3432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annotated ECs: 1,886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13C48-A46A-4797-4E26-008F175DDDAD}"/>
              </a:ext>
            </a:extLst>
          </p:cNvPr>
          <p:cNvSpPr txBox="1"/>
          <p:nvPr/>
        </p:nvSpPr>
        <p:spPr>
          <a:xfrm>
            <a:off x="6612782" y="4413860"/>
            <a:ext cx="522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1,230 ECs (65.2%) show no differences in EC 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E4222-6202-E3AA-67B0-493607B0B173}"/>
              </a:ext>
            </a:extLst>
          </p:cNvPr>
          <p:cNvSpPr txBox="1"/>
          <p:nvPr/>
        </p:nvSpPr>
        <p:spPr>
          <a:xfrm>
            <a:off x="4144434" y="2980233"/>
            <a:ext cx="522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1,665 ECs (88.3%) show no differences in EC count</a:t>
            </a:r>
          </a:p>
        </p:txBody>
      </p:sp>
    </p:spTree>
    <p:extLst>
      <p:ext uri="{BB962C8B-B14F-4D97-AF65-F5344CB8AC3E}">
        <p14:creationId xmlns:p14="http://schemas.microsoft.com/office/powerpoint/2010/main" val="661836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188</Words>
  <Application>Microsoft Macintosh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Parameter tunning for FP reduction</vt:lpstr>
      <vt:lpstr>Revising ancestral reconstruction (castor)</vt:lpstr>
      <vt:lpstr>Annotation profile for Sw ASV does not fully match Sw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Castaneda Mogollon</dc:creator>
  <cp:lastModifiedBy>Daniel Castaneda Mogollon</cp:lastModifiedBy>
  <cp:revision>4</cp:revision>
  <dcterms:created xsi:type="dcterms:W3CDTF">2026-03-16T20:10:55Z</dcterms:created>
  <dcterms:modified xsi:type="dcterms:W3CDTF">2026-07-03T18:03:27Z</dcterms:modified>
</cp:coreProperties>
</file>